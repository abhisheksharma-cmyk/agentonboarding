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Agentic Onboarding Visual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Diagram Deck | Generated 2026-02-13 17:52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Platform Topology</a:t>
            </a:r>
          </a:p>
        </p:txBody>
      </p:sp>
      <p:pic>
        <p:nvPicPr>
          <p:cNvPr id="3" name="Picture 2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19" y="822960"/>
            <a:ext cx="9405257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638544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D:/test/agentOnboarding/agentic-onboarding-orchestrated/documents/diagrams/architecture-topology.png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Orchestration Sequence</a:t>
            </a:r>
          </a:p>
        </p:txBody>
      </p:sp>
      <p:pic>
        <p:nvPicPr>
          <p:cNvPr id="3" name="Picture 2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38" y="822960"/>
            <a:ext cx="10717618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638544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D:/test/agentOnboarding/agentic-onboarding-orchestrated/documents/diagrams/orchestration-sequence.png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YAML Pluggability Control Surface</a:t>
            </a:r>
          </a:p>
        </p:txBody>
      </p:sp>
      <p:pic>
        <p:nvPicPr>
          <p:cNvPr id="3" name="Picture 2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19" y="822960"/>
            <a:ext cx="9405257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638544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D:/test/agentOnboarding/agentic-onboarding-orchestrated/documents/diagrams/yaml-pluggability-control-surface.png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