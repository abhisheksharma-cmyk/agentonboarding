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Agentic Onboarding Visual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34155"/>
                </a:solidFill>
                <a:latin typeface="Segoe UI"/>
              </a:defRPr>
            </a:pPr>
            <a:r>
              <a:t>Purpose: Sophisticated technical narrative for product marketing, solution engineering, and stakeholder alignment. | Generated 2026-02-16 12:09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Presentation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This deck includes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700">
                <a:solidFill>
                  <a:srgbClr val="334155"/>
                </a:solidFill>
                <a:latin typeface="Segoe UI"/>
              </a:defRPr>
            </a:pPr>
            <a:r>
              <a:t>1. Platform topology with centralized policy authority and distributed slot execution.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700">
                <a:solidFill>
                  <a:srgbClr val="334155"/>
                </a:solidFill>
                <a:latin typeface="Segoe UI"/>
              </a:defRPr>
            </a:pPr>
            <a:r>
              <a:t>2. End-to-end orchestration sequence with deterministic transitions and guardrails.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700">
                <a:solidFill>
                  <a:srgbClr val="334155"/>
                </a:solidFill>
                <a:latin typeface="Segoe UI"/>
              </a:defRPr>
            </a:pPr>
            <a:r>
              <a:t>3. YAML pluggability control surface with active-version routing and runtime safety controls.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700">
                <a:solidFill>
                  <a:srgbClr val="334155"/>
                </a:solidFill>
                <a:latin typeface="Segoe UI"/>
              </a:defRPr>
            </a:pPr>
            <a:r>
              <a:t>4. Image-first layout with fitted diagrams and on-slide narrative highlights.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Platform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13687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Segoe UI"/>
              </a:defRPr>
            </a:pPr>
            <a:r>
              <a:t>This diagram illustrates the distributed slot fabric and the centralized policy authority that normalizes outcomes across heterogeneous agent implementations.</a:t>
            </a:r>
          </a:p>
        </p:txBody>
      </p:sp>
      <p:pic>
        <p:nvPicPr>
          <p:cNvPr id="4" name="Picture 3" descr="architecture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417" y="914400"/>
            <a:ext cx="7244861" cy="4709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5733288"/>
            <a:ext cx="1136873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ctr">
              <a:defRPr b="1" sz="1300">
                <a:solidFill>
                  <a:srgbClr val="0F172A"/>
                </a:solidFill>
                <a:latin typeface="Segoe UI"/>
              </a:defRPr>
            </a:pPr>
            <a:r>
              <a:t>Key Highlights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Agentic Onboarding is an event-native underwriting intelligence platform th... | Its architecture is intentionally composable: each slot can evolve independ... | Decision Gateway remains the final policy mandate.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7729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Source: D:/test/agentOnboarding/agentic-onboarding-orchestrated/documents/diagrams/architecture-topology.png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Orchestration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13687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Segoe UI"/>
              </a:defRPr>
            </a:pPr>
            <a:r>
              <a:t>This sequence highlights deterministic stage progression, bounded retry semantics, and decision gates that can terminate downstream flow on escalation or denial conditions.</a:t>
            </a:r>
          </a:p>
        </p:txBody>
      </p:sp>
      <p:pic>
        <p:nvPicPr>
          <p:cNvPr id="4" name="Picture 3" descr="orchestration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926" y="914400"/>
            <a:ext cx="8189843" cy="4709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5733288"/>
            <a:ext cx="1136873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ctr">
              <a:defRPr b="1" sz="1300">
                <a:solidFill>
                  <a:srgbClr val="0F172A"/>
                </a:solidFill>
                <a:latin typeface="Segoe UI"/>
              </a:defRPr>
            </a:pPr>
            <a:r>
              <a:t>Key Highlights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Feature: Event-Native Orchestration | Value: Modular extensibility with cle... | Feature: Deterministic State Machine | Value: High-assurance lifecycle gove... | Feature: Central Decision Gateway | Value: Unified risk posture and policy-...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7729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Source: D:/test/agentOnboarding/agentic-onboarding-orchestrated/documents/diagrams/orchestration-sequence.png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687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YAML Pluggability 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13687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Segoe UI"/>
              </a:defRPr>
            </a:pPr>
            <a:r>
              <a:t>This control map shows why the platform is pluggable: slot abstraction, active version pointers, version catalogs, runtime transport independence, and operational kill-switch controls.</a:t>
            </a:r>
          </a:p>
        </p:txBody>
      </p:sp>
      <p:pic>
        <p:nvPicPr>
          <p:cNvPr id="4" name="Picture 3" descr="yaml-pluggability-control-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417" y="914400"/>
            <a:ext cx="7244861" cy="4709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5733288"/>
            <a:ext cx="1136873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ctr">
              <a:defRPr b="1" sz="1300">
                <a:solidFill>
                  <a:srgbClr val="0F172A"/>
                </a:solidFill>
                <a:latin typeface="Segoe UI"/>
              </a:defRPr>
            </a:pPr>
            <a:r>
              <a:t>Key Highlights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Slot abstraction separates business capability from provider implementation... | Active-version routing enables release governance by configuration, not by... | Version catalogs support migration, rollback, and blue-green deployment pat...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7729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Source: D:/test/agentOnboarding/agentic-onboarding-orchestrated/documents/diagrams/yaml-pluggability-control-surface.png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Implementation Anchors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8813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100"/>
              </a:spcAft>
              <a:defRPr sz="1800">
                <a:solidFill>
                  <a:srgbClr val="334155"/>
                </a:solidFill>
                <a:latin typeface="Segoe UI"/>
              </a:defRPr>
            </a:pPr>
            <a:r>
              <a:t>- Entry and API control surface: src/index.ts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Workflow orchestration: src/orchestrator/orchestrator.ts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State lifecycle model: src/orchestrator/stateMachine.ts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Decision governance: src/decisionGateway/decisionGateway.ts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Config registry and YAML loading: src/registry/agentRegistry.ts + config/agents.yaml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Conversational document onboarding: src/chatbot/onboardingChatbot.ts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