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F172A"/>
                </a:solidFill>
                <a:latin typeface="Segoe UI"/>
              </a:defRPr>
            </a:pPr>
            <a:r>
              <a:t>Agentic Onboarding Visual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334155"/>
                </a:solidFill>
                <a:latin typeface="Segoe UI"/>
              </a:defRPr>
            </a:pPr>
            <a:r>
              <a:t>Purpose: Sophisticated technical narrative for product marketing, solution engineering, and stakeholder alignment. | Generated 2026-02-13 17:56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Presentation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088136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000" b="1">
                <a:solidFill>
                  <a:srgbClr val="0F172A"/>
                </a:solidFill>
                <a:latin typeface="Segoe UI"/>
              </a:defRPr>
            </a:pPr>
            <a:r>
              <a:t>This deck includes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1. Platform topology with centralized policy authority and distributed slot execution.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2. End-to-end orchestration sequence with deterministic transitions and guardrails.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3. YAML pluggability control surface with active-version routing and runtime safety controls.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 sz="1700">
                <a:solidFill>
                  <a:srgbClr val="334155"/>
                </a:solidFill>
                <a:latin typeface="Segoe UI"/>
              </a:defRPr>
            </a:pPr>
            <a:r>
              <a:t>4. Image-first layout with fitted diagrams and on-slide narrative highlights.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Platform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diagram illustrates the distributed slot fabric and the centralized policy authority that normalizes outcomes across heterogeneous agent implementations.</a:t>
            </a:r>
          </a:p>
        </p:txBody>
      </p:sp>
      <p:pic>
        <p:nvPicPr>
          <p:cNvPr id="4" name="Picture 3" descr="architectur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Agentic Onboarding is an event-native underwriting intelligence platform that orchestrates specialized decision agents under a unified governance envelope.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Its architecture is intentionally composable: each slot can evolve independently while the control plane preserves determinism, explainability, and operational safety.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Decision Gateway remains the final policy mandate.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Trace-centric audit signals are preserved across the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D:/test/agentOnboarding/agentic-onboarding-orchestrated/documents/diagrams/architecture-topology.png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Orchestration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sequence highlights deterministic stage progression, bounded retry semantics, and decision gates that can terminate downstream flow on escalation or denial conditions.</a:t>
            </a:r>
          </a:p>
        </p:txBody>
      </p:sp>
      <p:pic>
        <p:nvPicPr>
          <p:cNvPr id="4" name="Picture 3" descr="orchestration-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38325"/>
            <a:ext cx="7683703" cy="412999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Event-Native Orchestration | Value: Modular extensibility with clear stage contracts.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Deterministic State Machine | Value: High-assurance lifecycle governance and audit precision.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Central Decision Gateway | Value: Unified risk posture and policy-consistent final outcomes.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Hybrid AI + Rules Intelligence | Value: Better automation while maintaining explainability and control.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Feature: Trace-Centric Observability | Value: Fast diagnostics, governance transparency, and regulator-ready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D:/test/agentOnboarding/agentic-onboarding-orchestrated/documents/diagrams/orchestration-sequence.png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6873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Segoe UI"/>
              </a:defRPr>
            </a:pPr>
            <a:r>
              <a:t>YAML Pluggability Control Surface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566928"/>
            <a:ext cx="1136873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475569"/>
                </a:solidFill>
                <a:latin typeface="Segoe UI"/>
              </a:defRPr>
            </a:pPr>
            <a:r>
              <a:t>This control map shows why the platform is pluggable: slot abstraction, active version pointers, version catalogs, runtime transport independence, and operational kill-switch controls.</a:t>
            </a:r>
          </a:p>
        </p:txBody>
      </p:sp>
      <p:pic>
        <p:nvPicPr>
          <p:cNvPr id="4" name="Picture 3" descr="yaml-pluggability-control-surf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50186"/>
            <a:ext cx="7683703" cy="470626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351215" y="932688"/>
            <a:ext cx="3429000" cy="554126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46304" bIns="73152" rtlCol="0" anchor="ctr"/>
          <a:lstStyle/>
          <a:p>
            <a:pPr algn="ctr">
              <a:defRPr sz="1600" b="1">
                <a:solidFill>
                  <a:srgbClr val="0F172A"/>
                </a:solidFill>
                <a:latin typeface="Segoe UI"/>
              </a:defRPr>
            </a:pPr>
            <a:r>
              <a:t>Key Highlights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Slot abstraction separates business capability from provider implementation, enabling clear domain boundaries.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Active-version routing enables release governance by configuration, not by code redeployment.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Version catalogs support migration, rollback, and blue-green deployment patterns without orchestration redesign.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The type dimension enables seamless HTTP and local execution modes under one contract-first runtime.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300">
                <a:solidFill>
                  <a:srgbClr val="334155"/>
                </a:solidFill>
                <a:latin typeface="Segoe UI"/>
              </a:defRPr>
            </a:pPr>
            <a:r>
              <a:t>- timeout_ms and enabled fields form an operational resilience layer for latency and incident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620256"/>
            <a:ext cx="112772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4748B"/>
                </a:solidFill>
                <a:latin typeface="Segoe UI"/>
              </a:defRPr>
            </a:pPr>
            <a:r>
              <a:t>Source: D:/test/agentOnboarding/agentic-onboarding-orchestrated/documents/diagrams/yaml-pluggability-control-surface.png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F172A"/>
                </a:solidFill>
                <a:latin typeface="Segoe UI"/>
              </a:defRPr>
            </a:pPr>
            <a:r>
              <a:t>Implementation Anchors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51560"/>
            <a:ext cx="10881360" cy="5303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400"/>
              </a:spcBef>
              <a:spcAft>
                <a:spcPts val="100"/>
              </a:spcAft>
              <a:defRPr sz="1800">
                <a:solidFill>
                  <a:srgbClr val="334155"/>
                </a:solidFill>
                <a:latin typeface="Segoe UI"/>
              </a:defRPr>
            </a:pPr>
            <a:r>
              <a:t>- Entry and API control surface: src/index.ts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Workflow orchestration: src/orchestrator/orchestrator.ts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State lifecycle model: src/orchestrator/stateMachine.ts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Decision governance: src/decisionGateway/decisionGateway.ts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Config registry and YAML loading: src/registry/agentRegistry.ts + config/agents.yaml</a:t>
            </a:r>
          </a:p>
          <a:p>
            <a:pPr>
              <a:spcBef>
                <a:spcPts val="400"/>
              </a:spcBef>
              <a:spcAft>
                <a:spcPts val="100"/>
              </a:spcAft>
              <a:defRPr sz="1600">
                <a:solidFill>
                  <a:srgbClr val="334155"/>
                </a:solidFill>
                <a:latin typeface="Segoe UI"/>
              </a:defRPr>
            </a:pPr>
            <a:r>
              <a:t>- Conversational document onboarding: src/chatbot/onboardingChatbot.ts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441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Agentic Onboarding Visual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Onboarding Visual Architecture</dc:title>
  <dc:subject/>
  <dc:creator/>
  <cp:keywords/>
  <dc:description>generated using python-pptx</dc:description>
  <cp:lastModifiedBy>Abhishek Sharma</cp:lastModifiedBy>
  <cp:revision>1</cp:revision>
  <dcterms:created xsi:type="dcterms:W3CDTF">2013-01-27T09:14:16Z</dcterms:created>
  <dcterms:modified xsi:type="dcterms:W3CDTF">2026-02-13T12:27:16Z</dcterms:modified>
  <cp:category/>
</cp:coreProperties>
</file>